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-12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Resume AI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Resume Analysis &amp; Career Guidance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Intelligent web-based application</a:t>
            </a:r>
          </a:p>
          <a:p>
            <a:r>
              <a:t>• Leverages NLP and Machine Learning</a:t>
            </a:r>
          </a:p>
          <a:p>
            <a:r>
              <a:t>• Provides personalized recommendations</a:t>
            </a:r>
          </a:p>
          <a:p>
            <a:r>
              <a:t>• Helps job seekers optimize profiles</a:t>
            </a:r>
          </a:p>
          <a:p>
            <a:endParaRPr/>
          </a:p>
          <a:p>
            <a:r>
              <a:t>Core Mission:</a:t>
            </a:r>
          </a:p>
          <a:p>
            <a:r>
              <a:t>- Empower Job Seekers with actionable insights</a:t>
            </a:r>
          </a:p>
          <a:p>
            <a:r>
              <a:t>- Skill Gap Analysis for improvement</a:t>
            </a:r>
          </a:p>
          <a:p>
            <a:r>
              <a:t>- Career Guidance with course recommendations</a:t>
            </a:r>
          </a:p>
          <a:p>
            <a:r>
              <a:t>- Data-Driven Decisions using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Technology Stack:</a:t>
            </a:r>
          </a:p>
          <a:p>
            <a:r>
              <a:rPr dirty="0"/>
              <a:t>• Frontend: </a:t>
            </a:r>
            <a:r>
              <a:rPr dirty="0" err="1"/>
              <a:t>Streamlit</a:t>
            </a:r>
            <a:r>
              <a:rPr dirty="0"/>
              <a:t> (Python Web Framework)</a:t>
            </a:r>
          </a:p>
          <a:p>
            <a:r>
              <a:rPr dirty="0"/>
              <a:t>• Backend: Python with NLP Libraries</a:t>
            </a:r>
          </a:p>
          <a:p>
            <a:r>
              <a:rPr dirty="0"/>
              <a:t>• Database: MySQL (Production) / Standalone (Demo)</a:t>
            </a:r>
          </a:p>
          <a:p>
            <a:r>
              <a:rPr dirty="0"/>
              <a:t>• PDF Processing: </a:t>
            </a:r>
            <a:r>
              <a:rPr dirty="0" err="1"/>
              <a:t>pyresparser</a:t>
            </a:r>
            <a:r>
              <a:rPr dirty="0"/>
              <a:t>, pdfminer3</a:t>
            </a:r>
          </a:p>
          <a:p>
            <a:r>
              <a:rPr dirty="0"/>
              <a:t>• Visualization: Plotly, </a:t>
            </a:r>
            <a:r>
              <a:rPr dirty="0" err="1"/>
              <a:t>Streamlit</a:t>
            </a:r>
            <a:r>
              <a:rPr dirty="0"/>
              <a:t> Charts</a:t>
            </a:r>
          </a:p>
          <a:p>
            <a:r>
              <a:rPr dirty="0"/>
              <a:t>• NLP: NLTK, </a:t>
            </a:r>
            <a:r>
              <a:rPr dirty="0" err="1"/>
              <a:t>spaCy</a:t>
            </a:r>
            <a:endParaRPr dirty="0"/>
          </a:p>
          <a:p>
            <a:r>
              <a:rPr dirty="0"/>
              <a:t>• Geolocation: </a:t>
            </a:r>
            <a:r>
              <a:rPr dirty="0" err="1"/>
              <a:t>Geopy</a:t>
            </a:r>
            <a:r>
              <a:rPr dirty="0"/>
              <a:t>, Geocoder</a:t>
            </a:r>
          </a:p>
          <a:p>
            <a:endParaRPr dirty="0"/>
          </a:p>
          <a:p>
            <a:r>
              <a:rPr dirty="0"/>
              <a:t>System Architecture:</a:t>
            </a:r>
          </a:p>
          <a:p>
            <a:r>
              <a:rPr dirty="0"/>
              <a:t>• Web Interface (</a:t>
            </a:r>
            <a:r>
              <a:rPr dirty="0" err="1"/>
              <a:t>Streamlit</a:t>
            </a:r>
            <a:r>
              <a:rPr dirty="0"/>
              <a:t>)</a:t>
            </a:r>
          </a:p>
          <a:p>
            <a:r>
              <a:rPr dirty="0"/>
              <a:t>• Navigation Sidebar</a:t>
            </a:r>
          </a:p>
          <a:p>
            <a:r>
              <a:rPr dirty="0"/>
              <a:t>• Core Processing Layer</a:t>
            </a:r>
          </a:p>
          <a:p>
            <a:r>
              <a:rPr dirty="0"/>
              <a:t>• Data Layer with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Intelligent Resume Analysis</a:t>
            </a:r>
          </a:p>
          <a:p>
            <a:r>
              <a:rPr dirty="0"/>
              <a:t>   • PDF Parsing: Advanced text extraction</a:t>
            </a:r>
          </a:p>
          <a:p>
            <a:r>
              <a:rPr dirty="0"/>
              <a:t>   • Skill Extraction: Automatic identification</a:t>
            </a:r>
          </a:p>
          <a:p>
            <a:r>
              <a:rPr dirty="0"/>
              <a:t>   • Experience Level Detection: Classification</a:t>
            </a:r>
          </a:p>
          <a:p>
            <a:r>
              <a:rPr dirty="0"/>
              <a:t>   • Resume Scoring: Comprehensive evaluation</a:t>
            </a:r>
          </a:p>
          <a:p>
            <a:endParaRPr dirty="0"/>
          </a:p>
          <a:p>
            <a:r>
              <a:rPr dirty="0"/>
              <a:t>2. Personalized Recommendations</a:t>
            </a:r>
          </a:p>
          <a:p>
            <a:r>
              <a:rPr dirty="0"/>
              <a:t>   • Skill Gap Analysis: Identify missing skills</a:t>
            </a:r>
          </a:p>
          <a:p>
            <a:r>
              <a:rPr dirty="0"/>
              <a:t>   • Course Suggestions: Tailored learning paths</a:t>
            </a:r>
          </a:p>
          <a:p>
            <a:r>
              <a:rPr dirty="0"/>
              <a:t>   • Career Path Guidance: Field-specific advice</a:t>
            </a:r>
          </a:p>
          <a:p>
            <a:r>
              <a:rPr dirty="0"/>
              <a:t>   • Video Resources: Educational content</a:t>
            </a:r>
          </a:p>
          <a:p>
            <a:endParaRPr dirty="0"/>
          </a:p>
          <a:p>
            <a:r>
              <a:rPr dirty="0"/>
              <a:t>3. Advanced Analytics</a:t>
            </a:r>
          </a:p>
          <a:p>
            <a:r>
              <a:rPr dirty="0"/>
              <a:t>   • User Demographics: Geographic tracking</a:t>
            </a:r>
          </a:p>
          <a:p>
            <a:r>
              <a:rPr dirty="0"/>
              <a:t>   • Performance Metrics: Score distribution</a:t>
            </a:r>
          </a:p>
          <a:p>
            <a:r>
              <a:rPr dirty="0"/>
              <a:t>   • Feedback Analysis: User satisfaction</a:t>
            </a:r>
          </a:p>
          <a:p>
            <a:r>
              <a:rPr dirty="0"/>
              <a:t>   • Admin Dashboard: Comprehensive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 Processing Pipeline:</a:t>
            </a:r>
          </a:p>
          <a:p>
            <a:r>
              <a:t>Upload PDF → Text Extraction → NLP Analysis → </a:t>
            </a:r>
          </a:p>
          <a:p>
            <a:r>
              <a:t>Skill Identification → Experience Classification → </a:t>
            </a:r>
          </a:p>
          <a:p>
            <a:r>
              <a:t>Score Calculation → Recommendation Generation → </a:t>
            </a:r>
          </a:p>
          <a:p>
            <a:r>
              <a:t>Database Storage → Visualization</a:t>
            </a:r>
          </a:p>
          <a:p>
            <a:endParaRPr/>
          </a:p>
          <a:p>
            <a:r>
              <a:t>Skill Matching Algorithm:</a:t>
            </a:r>
          </a:p>
          <a:p>
            <a:r>
              <a:t>• Data Science: tensorflow, keras, pytorch, ML</a:t>
            </a:r>
          </a:p>
          <a:p>
            <a:r>
              <a:t>• Web Development: react, django, nodejs, javascript</a:t>
            </a:r>
          </a:p>
          <a:p>
            <a:r>
              <a:t>• Mobile Dev: android, ios, flutter, kotlin</a:t>
            </a:r>
          </a:p>
          <a:p>
            <a:r>
              <a:t>• UI/UX: figma, adobe xd, prototyping</a:t>
            </a:r>
          </a:p>
          <a:p>
            <a:endParaRPr/>
          </a:p>
          <a:p>
            <a:r>
              <a:t>Resume Scoring System:</a:t>
            </a:r>
          </a:p>
          <a:p>
            <a:r>
              <a:t>• Objective/Summary: +6 points</a:t>
            </a:r>
          </a:p>
          <a:p>
            <a:r>
              <a:t>• Education Details: +12 points</a:t>
            </a:r>
          </a:p>
          <a:p>
            <a:r>
              <a:t>• Work Experience: +16 points</a:t>
            </a:r>
          </a:p>
          <a:p>
            <a:r>
              <a:t>• Projects: +19 points</a:t>
            </a:r>
          </a:p>
          <a:p>
            <a:r>
              <a:t>• Certifications: +12 points</a:t>
            </a:r>
          </a:p>
          <a:p>
            <a:r>
              <a:t>• Total: 100 points maximum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Analytics &amp;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Dashboard Features:</a:t>
            </a:r>
          </a:p>
          <a:p>
            <a:r>
              <a:t>• User Statistics: Total users, geographic distribution</a:t>
            </a:r>
          </a:p>
          <a:p>
            <a:r>
              <a:t>• Resume Analytics: Score distribution, field predictions</a:t>
            </a:r>
          </a:p>
          <a:p>
            <a:r>
              <a:t>• Feedback Analysis: User ratings and comments</a:t>
            </a:r>
          </a:p>
          <a:p>
            <a:r>
              <a:t>• Performance Metrics: System usage and trends</a:t>
            </a:r>
          </a:p>
          <a:p>
            <a:endParaRPr/>
          </a:p>
          <a:p>
            <a:r>
              <a:t>Visualization Types:</a:t>
            </a:r>
          </a:p>
          <a:p>
            <a:r>
              <a:t>• Pie Charts: Field distribution, experience levels</a:t>
            </a:r>
          </a:p>
          <a:p>
            <a:r>
              <a:t>• Bar Charts: Resume score frequencies</a:t>
            </a:r>
          </a:p>
          <a:p>
            <a:r>
              <a:t>• Geographic Maps: User location distribution</a:t>
            </a:r>
          </a:p>
          <a:p>
            <a:r>
              <a:t>• Trend Analysis: Usage patterns over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Layout:</a:t>
            </a:r>
          </a:p>
          <a:p>
            <a:r>
              <a:t>• Modern Header: Gradient design with clear branding</a:t>
            </a:r>
          </a:p>
          <a:p>
            <a:r>
              <a:t>• Intuitive Navigation: Sidebar-based menu system</a:t>
            </a:r>
          </a:p>
          <a:p>
            <a:r>
              <a:t>• Responsive Design: Works across all devices</a:t>
            </a:r>
          </a:p>
          <a:p>
            <a:r>
              <a:t>• Interactive Elements: Real-time feedback</a:t>
            </a:r>
          </a:p>
          <a:p>
            <a:endParaRPr/>
          </a:p>
          <a:p>
            <a:r>
              <a:t>User Experience:</a:t>
            </a:r>
          </a:p>
          <a:p>
            <a:r>
              <a:t>• Simple Upload: Drag-and-drop PDF functionality</a:t>
            </a:r>
          </a:p>
          <a:p>
            <a:r>
              <a:t>• Real-time Analysis: Progress bars and status updates</a:t>
            </a:r>
          </a:p>
          <a:p>
            <a:r>
              <a:t>• Visual Feedback: Color-coded recommendations</a:t>
            </a:r>
          </a:p>
          <a:p>
            <a:r>
              <a:t>• Export Options: CSV download for admin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Processing Speed:</a:t>
            </a:r>
          </a:p>
          <a:p>
            <a:r>
              <a:t>• Resume Parsing: &lt; 3 seconds</a:t>
            </a:r>
          </a:p>
          <a:p>
            <a:r>
              <a:t>• Skill Extraction: &lt; 2 seconds</a:t>
            </a:r>
          </a:p>
          <a:p>
            <a:r>
              <a:t>• Recommendation Generation: &lt; 1 second</a:t>
            </a:r>
          </a:p>
          <a:p>
            <a:r>
              <a:t>• Database Operations: &lt; 500ms</a:t>
            </a:r>
          </a:p>
          <a:p>
            <a:endParaRPr/>
          </a:p>
          <a:p>
            <a:r>
              <a:t>Accuracy Rates:</a:t>
            </a:r>
          </a:p>
          <a:p>
            <a:r>
              <a:t>• Skill Detection: 85-90% accuracy</a:t>
            </a:r>
          </a:p>
          <a:p>
            <a:r>
              <a:t>• Field Prediction: 80-85% accuracy</a:t>
            </a:r>
          </a:p>
          <a:p>
            <a:r>
              <a:t>• Experience Classification: 90% accuracy</a:t>
            </a:r>
          </a:p>
          <a:p>
            <a:r>
              <a:t>• Resume Scoring: Consistent evaluation criteria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Unique Selling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Competitive Advantages:</a:t>
            </a:r>
          </a:p>
          <a:p>
            <a:r>
              <a:t>1. AI-Powered Analysis: Advanced NLP for accuracy</a:t>
            </a:r>
          </a:p>
          <a:p>
            <a:r>
              <a:t>2. Personalized Recommendations: Tailored course suggestions</a:t>
            </a:r>
          </a:p>
          <a:p>
            <a:r>
              <a:t>3. Comprehensive Analytics: Full admin dashboard</a:t>
            </a:r>
          </a:p>
          <a:p>
            <a:r>
              <a:t>4. Multi-Field Support: Major tech domains covered</a:t>
            </a:r>
          </a:p>
          <a:p>
            <a:r>
              <a:t>5. Real-time Processing: Instant analysis</a:t>
            </a:r>
          </a:p>
          <a:p>
            <a:r>
              <a:t>6. Professional UI: Modern, intuitive interface</a:t>
            </a:r>
          </a:p>
          <a:p>
            <a:endParaRPr/>
          </a:p>
          <a:p>
            <a:r>
              <a:t>Innovation Highlights:</a:t>
            </a:r>
          </a:p>
          <a:p>
            <a:r>
              <a:t>• Geographic Tracking: User location analytics</a:t>
            </a:r>
          </a:p>
          <a:p>
            <a:r>
              <a:t>• System Information: Device and OS tracking</a:t>
            </a:r>
          </a:p>
          <a:p>
            <a:r>
              <a:t>• Video Integration: Educational content</a:t>
            </a:r>
          </a:p>
          <a:p>
            <a:r>
              <a:t>• Export Functionality: Data download capabilities</a:t>
            </a:r>
          </a:p>
          <a:p>
            <a:r>
              <a:t>• Feedback Loop: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Users:</a:t>
            </a:r>
          </a:p>
          <a:p>
            <a:r>
              <a:t>• Job Seekers: Resume optimization and improvement</a:t>
            </a:r>
          </a:p>
          <a:p>
            <a:r>
              <a:t>• Career Changers: Skill gap analysis and learning paths</a:t>
            </a:r>
          </a:p>
          <a:p>
            <a:r>
              <a:t>• Students: Entry-level resume building</a:t>
            </a:r>
          </a:p>
          <a:p>
            <a:r>
              <a:t>• Professionals: Career advancement guidance</a:t>
            </a:r>
          </a:p>
          <a:p>
            <a:endParaRPr/>
          </a:p>
          <a:p>
            <a:r>
              <a:t>Secondary Users:</a:t>
            </a:r>
          </a:p>
          <a:p>
            <a:r>
              <a:t>• HR Professionals: Resume screening insights</a:t>
            </a:r>
          </a:p>
          <a:p>
            <a:r>
              <a:t>• Career Counselors: Student guidance tools</a:t>
            </a:r>
          </a:p>
          <a:p>
            <a:r>
              <a:t>• Educational Institutions: Career service enhancement</a:t>
            </a:r>
          </a:p>
          <a:p>
            <a:r>
              <a:t>• Recruitment Agencies: Candidate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Planned Features:</a:t>
            </a:r>
          </a:p>
          <a:p>
            <a:r>
              <a:t>1. AI Interview Simulator: Practice interview questions</a:t>
            </a:r>
          </a:p>
          <a:p>
            <a:r>
              <a:t>2. LinkedIn Integration: Profile synchronization</a:t>
            </a:r>
          </a:p>
          <a:p>
            <a:r>
              <a:t>3. ATS Optimization: Applicant tracking system compatibility</a:t>
            </a:r>
          </a:p>
          <a:p>
            <a:r>
              <a:t>4. Multi-language Support: Global accessibility</a:t>
            </a:r>
          </a:p>
          <a:p>
            <a:r>
              <a:t>5. Mobile Application: On-the-go resume analysis</a:t>
            </a:r>
          </a:p>
          <a:p>
            <a:r>
              <a:t>6. Advanced Analytics: Machine learning predictions</a:t>
            </a:r>
          </a:p>
          <a:p>
            <a:endParaRPr/>
          </a:p>
          <a:p>
            <a:r>
              <a:t>Technical Improvements:</a:t>
            </a:r>
          </a:p>
          <a:p>
            <a:r>
              <a:t>• Cloud Deployment: Scalable infrastructure</a:t>
            </a:r>
          </a:p>
          <a:p>
            <a:r>
              <a:t>• API Integration: Third-party service connections</a:t>
            </a:r>
          </a:p>
          <a:p>
            <a:r>
              <a:t>• Enhanced Security: Data protection measures</a:t>
            </a:r>
          </a:p>
          <a:p>
            <a:r>
              <a:t>• Performance Optimization: Faster processing times</a:t>
            </a:r>
          </a:p>
          <a:p>
            <a:r>
              <a:t>• Real-time Collaboration: Multi-user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r>
              <a:t>• Innovative Technology: Cutting-edge NLP and ML implementation</a:t>
            </a:r>
          </a:p>
          <a:p>
            <a:r>
              <a:t>• User-Focused Design: Intuitive interface and seamless experience</a:t>
            </a:r>
          </a:p>
          <a:p>
            <a:r>
              <a:t>• Data-Driven Insights: Comprehensive analytics and recommendations</a:t>
            </a:r>
          </a:p>
          <a:p>
            <a:r>
              <a:t>• Scalable Architecture: Ready for enterprise deployment</a:t>
            </a:r>
          </a:p>
          <a:p>
            <a:r>
              <a:t>• Continuous Improvement: Feedback-driven enhancement process</a:t>
            </a:r>
          </a:p>
          <a:p>
            <a:endParaRPr/>
          </a:p>
          <a:p>
            <a:r>
              <a:t>The Resume AI Analyzer represents a comprehensive solution for modern job seekers, combining artificial intelligence, data analytics, and user-centered design to deliver actionable career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898</Words>
  <Application>Microsoft Office PowerPoint</Application>
  <PresentationFormat>On-screen Show (4:3)</PresentationFormat>
  <Paragraphs>153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Resume AI Analyzer</vt:lpstr>
      <vt:lpstr>Project Overview</vt:lpstr>
      <vt:lpstr>Technical Architecture</vt:lpstr>
      <vt:lpstr>Key Features</vt:lpstr>
      <vt:lpstr>Core Functionality</vt:lpstr>
      <vt:lpstr>Data Analytics &amp; Visualization</vt:lpstr>
      <vt:lpstr>User Interface Design</vt:lpstr>
      <vt:lpstr>Performance Metrics</vt:lpstr>
      <vt:lpstr>Unique Selling Points</vt:lpstr>
      <vt:lpstr>Target Audience &amp; Use Cases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 L NIVAS</cp:lastModifiedBy>
  <cp:revision>2</cp:revision>
  <dcterms:created xsi:type="dcterms:W3CDTF">2013-01-27T09:14:16Z</dcterms:created>
  <dcterms:modified xsi:type="dcterms:W3CDTF">2026-05-05T07:26:43Z</dcterms:modified>
  <cp:category/>
</cp:coreProperties>
</file>